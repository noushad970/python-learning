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1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2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4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6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4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7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2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98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27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8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6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48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4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0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1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Concurrent File Server (TCP) with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and Implementation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Concurrent File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server that handles multiple client file requests simultaneously.</a:t>
            </a:r>
          </a:p>
          <a:p>
            <a:r>
              <a:t>Uses multi-threading to serve each client independently.</a:t>
            </a:r>
          </a:p>
          <a:p>
            <a:r>
              <a:t>Ensures efficient file transfers over TCP.</a:t>
            </a:r>
          </a:p>
          <a:p>
            <a:r>
              <a:t>Provides scalable service even with many clients.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steps in operation:</a:t>
            </a:r>
          </a:p>
          <a:p>
            <a:r>
              <a:t>Server listens on a TCP socket.</a:t>
            </a:r>
          </a:p>
          <a:p>
            <a:r>
              <a:t>Client sends filename to download.</a:t>
            </a:r>
          </a:p>
          <a:p>
            <a:r>
              <a:t>Server spawns a new thread per client.</a:t>
            </a:r>
          </a:p>
          <a:p>
            <a:r>
              <a:t>Thread reads file in chunks (max 1000 bytes).</a:t>
            </a:r>
          </a:p>
          <a:p>
            <a:r>
              <a:t>Thread sleeps 200ms after each chunk to simulate controlled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server thread performs:</a:t>
            </a:r>
          </a:p>
          <a:p>
            <a:r>
              <a:t>Receiving the filename.</a:t>
            </a:r>
          </a:p>
          <a:p>
            <a:r>
              <a:t>Checking file existence.</a:t>
            </a:r>
          </a:p>
          <a:p>
            <a:r>
              <a:t>Sending file in binary chunks.</a:t>
            </a:r>
          </a:p>
          <a:p>
            <a:r>
              <a:t>Closing connection after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client performs:</a:t>
            </a:r>
          </a:p>
          <a:p>
            <a:r>
              <a:t>Connecting to the server using TCP.</a:t>
            </a:r>
          </a:p>
          <a:p>
            <a:r>
              <a:t>Sending the filename to request.</a:t>
            </a:r>
          </a:p>
          <a:p>
            <a:r>
              <a:t>Receiving streamed data until socket closes.</a:t>
            </a:r>
          </a:p>
          <a:p>
            <a:r>
              <a:t>Saving output to a local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use concurrent multi-threading?</a:t>
            </a:r>
          </a:p>
          <a:p>
            <a:r>
              <a:t>Supports multiple clients simultaneously.</a:t>
            </a:r>
          </a:p>
          <a:p>
            <a:r>
              <a:t>Each transfer runs independently.</a:t>
            </a:r>
          </a:p>
          <a:p>
            <a:r>
              <a:t>Efficient use of CPU time.</a:t>
            </a:r>
          </a:p>
          <a:p>
            <a:r>
              <a:t>Scalable design for real-world file servers.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193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Concurrent File Server (TCP) with Threads</vt:lpstr>
      <vt:lpstr>What is a Concurrent File Server?</vt:lpstr>
      <vt:lpstr>How It Works</vt:lpstr>
      <vt:lpstr>Server Responsibilities</vt:lpstr>
      <vt:lpstr>Client Responsibilities</vt:lpstr>
      <vt:lpstr>Advantages of This Approach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MD Noushad</cp:lastModifiedBy>
  <cp:revision>2</cp:revision>
  <dcterms:created xsi:type="dcterms:W3CDTF">2013-01-27T09:14:16Z</dcterms:created>
  <dcterms:modified xsi:type="dcterms:W3CDTF">2025-11-24T05:14:22Z</dcterms:modified>
  <cp:category/>
</cp:coreProperties>
</file>